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Демонстрация презентации</a:t>
            </a:r>
          </a:p>
          <a:p>
            <a:r>
              <a:t>Формат: PPTX (Open XML)</a:t>
            </a:r>
          </a:p>
          <a:p>
            <a:r>
              <a:t>Движок: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Слайд с картинкой</a:t>
            </a:r>
          </a:p>
          <a:p>
            <a:r>
              <a:t>Картинка внизу извлечена из файла презентации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0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Заключительный слайд</a:t>
            </a:r>
          </a:p>
          <a:p>
            <a:r>
              <a:t>Текст слайдов идёт по порядку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